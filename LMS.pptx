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  <p:sldId id="264" r:id="rId10"/>
    <p:sldId id="266" r:id="rId11"/>
    <p:sldId id="265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DB97C-18AE-4DCF-8E92-F9E5BA00AE78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E0CF8-7D8B-4414-836B-2011278AF1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819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L_University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L_University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L_University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L_University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en.wikipedia.org/wiki/KL_University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en.wikipedia.org/wiki/KL_University" TargetMode="Externa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en.wikipedia.org/wiki/KL_University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en.wikipedia.org/wiki/KL_University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en.wikipedia.org/wiki/KL_University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en.wikipedia.org/wiki/KL_University" TargetMode="Externa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L_University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L_University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480" y="457200"/>
            <a:ext cx="8229600" cy="1143000"/>
          </a:xfrm>
        </p:spPr>
        <p:txBody>
          <a:bodyPr/>
          <a:lstStyle/>
          <a:p>
            <a:r>
              <a:rPr u="sng" dirty="0"/>
              <a:t>Library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u="sng" dirty="0"/>
              <a:t>Group Members</a:t>
            </a:r>
            <a:r>
              <a:rPr dirty="0"/>
              <a:t>:</a:t>
            </a:r>
          </a:p>
          <a:p>
            <a:r>
              <a:rPr lang="en-IN" dirty="0"/>
              <a:t>2510030326-Hemanth</a:t>
            </a:r>
          </a:p>
          <a:p>
            <a:r>
              <a:rPr lang="en-IN" dirty="0"/>
              <a:t>2510030327-Anshith</a:t>
            </a:r>
          </a:p>
          <a:p>
            <a:r>
              <a:rPr lang="en-IN" dirty="0"/>
              <a:t>2510040102-Harshith</a:t>
            </a:r>
          </a:p>
          <a:p>
            <a:endParaRPr dirty="0"/>
          </a:p>
          <a:p>
            <a:r>
              <a:rPr u="sng" dirty="0"/>
              <a:t>Guided By:</a:t>
            </a:r>
          </a:p>
          <a:p>
            <a:r>
              <a:rPr lang="en-IN" dirty="0" err="1"/>
              <a:t>DR.Mahesh</a:t>
            </a:r>
            <a:r>
              <a:rPr lang="en-IN" dirty="0"/>
              <a:t> Babu </a:t>
            </a:r>
            <a:r>
              <a:rPr lang="en-IN" dirty="0" err="1"/>
              <a:t>Arrama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80D6F0-314F-AD27-835F-22B1C1FB3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32055"/>
            <a:ext cx="1534160" cy="6213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Project Explanation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6843D5-C182-1F4A-443A-012C0C3996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1365" y="1008917"/>
            <a:ext cx="882127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is a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Library Management System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developed using Java.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used to manage book records efficiently in a library.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allows users to add, search, issue, and return books.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reduces manual work and helps maintain accurate records.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quick access to book information using simple operations.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FF6473-4E2E-EEBA-DAFE-1C1A5156E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32055"/>
            <a:ext cx="1534160" cy="6213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55788-20D5-C23B-7CBA-613709544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B4A8CE4-827F-56A3-1FC1-DEDF21402E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1071801"/>
            <a:ext cx="9144000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 (Book[])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store and manage multiple book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 (Array Implementation)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reservation system (FIFO order)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(Conceptual)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used for tracking recent operations (future enhancement)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Linked List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(Conceptual)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Alternative structure for dynamic storage of books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Exception Handling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file and runtime errors using try-catch blocks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Handling (Read/Write)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and updates book data in a file (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library_output.txt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22198F-7DE2-73D8-E894-1814F2E46F08}"/>
              </a:ext>
            </a:extLst>
          </p:cNvPr>
          <p:cNvSpPr txBox="1"/>
          <p:nvPr/>
        </p:nvSpPr>
        <p:spPr>
          <a:xfrm>
            <a:off x="263771" y="394693"/>
            <a:ext cx="888023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u="sng" dirty="0"/>
              <a:t>DATA STRUCTURES  AND CONCEPTS USED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7C8C7A-27B8-CB8F-C677-2EC8F02A1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32056"/>
            <a:ext cx="965200" cy="39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74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41D7D-A7B5-9C03-C06F-32217BA30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4FCB6ED6-08F5-AD87-CF7F-117D60F304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987162"/>
            <a:ext cx="9144000" cy="5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The system starts with a menu-driven interface where the user selects an operation. </a:t>
            </a:r>
          </a:p>
          <a:p>
            <a:r>
              <a:rPr lang="en-US" sz="2800" dirty="0"/>
              <a:t>Based on user input, the corresponding method is executed (Add, Issue, Return, Search). </a:t>
            </a:r>
          </a:p>
          <a:p>
            <a:r>
              <a:rPr lang="en-US" sz="2800" dirty="0"/>
              <a:t>Book data is stored in an array and updated after each operation. </a:t>
            </a:r>
          </a:p>
          <a:p>
            <a:r>
              <a:rPr lang="en-US" sz="2800" dirty="0"/>
              <a:t>The issued status of a book is tracked using a </a:t>
            </a:r>
            <a:r>
              <a:rPr lang="en-US" sz="2800" dirty="0" err="1"/>
              <a:t>boolean</a:t>
            </a:r>
            <a:r>
              <a:rPr lang="en-US" sz="2800" dirty="0"/>
              <a:t> value. </a:t>
            </a:r>
          </a:p>
          <a:p>
            <a:r>
              <a:rPr lang="en-US" sz="2800" dirty="0"/>
              <a:t>Reservation requests are handled using a queue (FIFO). </a:t>
            </a:r>
          </a:p>
          <a:p>
            <a:r>
              <a:rPr lang="en-US" sz="2800" dirty="0"/>
              <a:t>All operations are recorded using file handling for persistence.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4DC709-9236-3B64-ACEF-A9900DFAC276}"/>
              </a:ext>
            </a:extLst>
          </p:cNvPr>
          <p:cNvSpPr txBox="1"/>
          <p:nvPr/>
        </p:nvSpPr>
        <p:spPr>
          <a:xfrm>
            <a:off x="263771" y="394693"/>
            <a:ext cx="888023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u="sng" dirty="0"/>
              <a:t>WORKING FLOW OF THE LMS: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192E59-C6A9-3A93-2DE6-196249E66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32056"/>
            <a:ext cx="965200" cy="39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88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Add 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Adds new book to system</a:t>
            </a:r>
          </a:p>
          <a:p>
            <a:r>
              <a:t>• Stores ID, title, author</a:t>
            </a:r>
          </a:p>
          <a:p>
            <a:r>
              <a:t>• Avoids duplicate IDs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AF6AA-964C-4374-BE19-1E500CEB0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65" y="2570795"/>
            <a:ext cx="4115157" cy="39703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E4637D-D517-AC41-ADFC-CC3FE9FFC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987" y="2570795"/>
            <a:ext cx="3840813" cy="11049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39E920-15BC-0C22-67AC-FA4859E0A1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32055"/>
            <a:ext cx="1534160" cy="621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90945B-2CB7-4D8E-A793-FE0060CB376D}"/>
              </a:ext>
            </a:extLst>
          </p:cNvPr>
          <p:cNvSpPr txBox="1"/>
          <p:nvPr/>
        </p:nvSpPr>
        <p:spPr>
          <a:xfrm>
            <a:off x="2032000" y="2214880"/>
            <a:ext cx="113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EA7642-87C6-89D1-FBA1-FDF7052DA492}"/>
              </a:ext>
            </a:extLst>
          </p:cNvPr>
          <p:cNvSpPr txBox="1"/>
          <p:nvPr/>
        </p:nvSpPr>
        <p:spPr>
          <a:xfrm>
            <a:off x="5892800" y="221488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694" y="-218706"/>
            <a:ext cx="8229600" cy="1143000"/>
          </a:xfrm>
        </p:spPr>
        <p:txBody>
          <a:bodyPr/>
          <a:lstStyle/>
          <a:p>
            <a:r>
              <a:rPr u="sng" dirty="0"/>
              <a:t>Issue 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12439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Issues book to user</a:t>
            </a:r>
          </a:p>
          <a:p>
            <a:r>
              <a:t>• Checks availability</a:t>
            </a:r>
          </a:p>
          <a:p>
            <a:r>
              <a:t>• Updates issued status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62E699-3C1C-C1E7-874A-5732ECBB9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41" y="2586554"/>
            <a:ext cx="4427604" cy="39475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49B1E9-5E34-84AD-DE16-E814E530B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341" y="3949471"/>
            <a:ext cx="3650296" cy="5182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143A4C-AC97-06C9-FB09-DFF898425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866" y="2799032"/>
            <a:ext cx="3808559" cy="6858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91AAA4-2850-45A1-BF8C-A4D7686C07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0" y="32055"/>
            <a:ext cx="1534160" cy="621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4E0E6B-AE11-7D8A-41BD-7E870E5288A2}"/>
              </a:ext>
            </a:extLst>
          </p:cNvPr>
          <p:cNvSpPr txBox="1"/>
          <p:nvPr/>
        </p:nvSpPr>
        <p:spPr>
          <a:xfrm>
            <a:off x="1718833" y="2217222"/>
            <a:ext cx="130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A733E5-5178-465A-F2D2-0AEDCB0ABCAC}"/>
              </a:ext>
            </a:extLst>
          </p:cNvPr>
          <p:cNvSpPr txBox="1"/>
          <p:nvPr/>
        </p:nvSpPr>
        <p:spPr>
          <a:xfrm>
            <a:off x="6165327" y="2401888"/>
            <a:ext cx="125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Return 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Returns issued book</a:t>
            </a:r>
          </a:p>
          <a:p>
            <a:r>
              <a:t>• Updates availability</a:t>
            </a:r>
          </a:p>
          <a:p>
            <a:r>
              <a:t>• Prevents wrong return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96DAF6-894C-ED98-FB70-CBEE9A0BD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4067"/>
            <a:ext cx="4549534" cy="39322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8C5816-24FE-3D97-62AC-97D553BF5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095" y="2628874"/>
            <a:ext cx="4503810" cy="5944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2DB346-B7C6-1F35-CD8D-4B0D4130D1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32055"/>
            <a:ext cx="1534160" cy="621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5FD844-5C37-E5C9-B014-392F18EF5189}"/>
              </a:ext>
            </a:extLst>
          </p:cNvPr>
          <p:cNvSpPr txBox="1"/>
          <p:nvPr/>
        </p:nvSpPr>
        <p:spPr>
          <a:xfrm>
            <a:off x="1798320" y="2259542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7993AF-66DF-0061-3420-0BE8A95E3764}"/>
              </a:ext>
            </a:extLst>
          </p:cNvPr>
          <p:cNvSpPr txBox="1"/>
          <p:nvPr/>
        </p:nvSpPr>
        <p:spPr>
          <a:xfrm>
            <a:off x="6278880" y="2311023"/>
            <a:ext cx="151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835" y="-172687"/>
            <a:ext cx="8229600" cy="1143000"/>
          </a:xfrm>
        </p:spPr>
        <p:txBody>
          <a:bodyPr/>
          <a:lstStyle/>
          <a:p>
            <a:r>
              <a:rPr u="sng" dirty="0"/>
              <a:t>Search 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835" y="758414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• Searches book by ID</a:t>
            </a:r>
          </a:p>
          <a:p>
            <a:r>
              <a:rPr dirty="0"/>
              <a:t>• Displays result if found</a:t>
            </a:r>
          </a:p>
          <a:p>
            <a:r>
              <a:rPr dirty="0"/>
              <a:t>• Shows not found message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0FDB54-D09C-28D0-05B6-BC86F3BB2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8" y="2515145"/>
            <a:ext cx="4991533" cy="2370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21480A-2B6D-0ACB-622A-C3A80F2D9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669" y="2515145"/>
            <a:ext cx="3980331" cy="8077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B51127-34D6-C7D4-BE0B-A92035297D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32055"/>
            <a:ext cx="1534160" cy="621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E9B6B5-522B-CF86-402B-21A5AF41E0C9}"/>
              </a:ext>
            </a:extLst>
          </p:cNvPr>
          <p:cNvSpPr txBox="1"/>
          <p:nvPr/>
        </p:nvSpPr>
        <p:spPr>
          <a:xfrm>
            <a:off x="2291080" y="2181081"/>
            <a:ext cx="151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349B94-FE91-A304-0659-5BAC2533BFF1}"/>
              </a:ext>
            </a:extLst>
          </p:cNvPr>
          <p:cNvSpPr txBox="1"/>
          <p:nvPr/>
        </p:nvSpPr>
        <p:spPr>
          <a:xfrm>
            <a:off x="6634480" y="2145813"/>
            <a:ext cx="144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3B807-6320-DED7-875F-10EEDC85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C23720-55AB-7581-A59E-18D41B037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8" y="2515145"/>
            <a:ext cx="4991533" cy="2370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BDEA32-6909-19FC-2C67-2FC71F2BC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669" y="2515145"/>
            <a:ext cx="3980331" cy="8077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910C15-BAC4-773A-FFD0-35B093D1CE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32055"/>
            <a:ext cx="1534160" cy="621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55DB05-64FB-0E94-1538-E93B755CC9D7}"/>
              </a:ext>
            </a:extLst>
          </p:cNvPr>
          <p:cNvSpPr txBox="1"/>
          <p:nvPr/>
        </p:nvSpPr>
        <p:spPr>
          <a:xfrm>
            <a:off x="2291080" y="2181081"/>
            <a:ext cx="151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D77A5D-7C55-46F3-8E4C-C35A7949FF67}"/>
              </a:ext>
            </a:extLst>
          </p:cNvPr>
          <p:cNvSpPr txBox="1"/>
          <p:nvPr/>
        </p:nvSpPr>
        <p:spPr>
          <a:xfrm>
            <a:off x="6634480" y="2145813"/>
            <a:ext cx="144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B7024BFD-DEF3-15C0-A83D-2543113AE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89" y="980752"/>
            <a:ext cx="617669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Adds user to reservation queue when book is unavailable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user name and maintains order using queue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846638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Follows FIFO principle for fair allocation of books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8A1E41-0557-845C-F861-8B9FB12137B5}"/>
              </a:ext>
            </a:extLst>
          </p:cNvPr>
          <p:cNvSpPr txBox="1"/>
          <p:nvPr/>
        </p:nvSpPr>
        <p:spPr>
          <a:xfrm>
            <a:off x="3048000" y="391487"/>
            <a:ext cx="4455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u="sng" dirty="0"/>
              <a:t>Reserve </a:t>
            </a:r>
            <a:r>
              <a:rPr lang="en-IN" sz="3000" u="sng" dirty="0"/>
              <a:t> </a:t>
            </a:r>
            <a:r>
              <a:rPr lang="en-IN" sz="4400" u="sng" dirty="0"/>
              <a:t>Book</a:t>
            </a:r>
          </a:p>
        </p:txBody>
      </p:sp>
    </p:spTree>
    <p:extLst>
      <p:ext uri="{BB962C8B-B14F-4D97-AF65-F5344CB8AC3E}">
        <p14:creationId xmlns:p14="http://schemas.microsoft.com/office/powerpoint/2010/main" val="1724305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5ECDE-DD31-F615-CF0C-A62EBDE29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34FBFE-149E-0781-8D5C-164B0ECDA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36" y="3408081"/>
            <a:ext cx="4991533" cy="2370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425DE-87DA-19D8-E862-8C91A8BF6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912" y="3408081"/>
            <a:ext cx="3980331" cy="8077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38A523-6303-20DC-FF58-D5202B0678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32055"/>
            <a:ext cx="1534160" cy="621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EBB7B1-D9FF-744E-060D-973DBE321326}"/>
              </a:ext>
            </a:extLst>
          </p:cNvPr>
          <p:cNvSpPr txBox="1"/>
          <p:nvPr/>
        </p:nvSpPr>
        <p:spPr>
          <a:xfrm>
            <a:off x="2098040" y="3038749"/>
            <a:ext cx="151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0F9FB7-1C2D-8DD2-808C-EA64A67324BB}"/>
              </a:ext>
            </a:extLst>
          </p:cNvPr>
          <p:cNvSpPr txBox="1"/>
          <p:nvPr/>
        </p:nvSpPr>
        <p:spPr>
          <a:xfrm>
            <a:off x="7045960" y="3038749"/>
            <a:ext cx="144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37203A-58F0-A2AC-6B04-6CE6BF965C1F}"/>
              </a:ext>
            </a:extLst>
          </p:cNvPr>
          <p:cNvSpPr txBox="1"/>
          <p:nvPr/>
        </p:nvSpPr>
        <p:spPr>
          <a:xfrm>
            <a:off x="3048000" y="391487"/>
            <a:ext cx="4455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u="sng" dirty="0"/>
              <a:t>Display  Queue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4B56E5-2C79-4142-723E-2E2F41F2D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89" y="1492476"/>
            <a:ext cx="35501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440C36-59AC-C8E1-3111-43028DF5F574}"/>
              </a:ext>
            </a:extLst>
          </p:cNvPr>
          <p:cNvSpPr txBox="1"/>
          <p:nvPr/>
        </p:nvSpPr>
        <p:spPr>
          <a:xfrm>
            <a:off x="457789" y="1411319"/>
            <a:ext cx="790956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•Displays all users in the reservation queue </a:t>
            </a:r>
          </a:p>
          <a:p>
            <a:r>
              <a:rPr lang="en-US" sz="3000" dirty="0"/>
              <a:t>•Shows names in FIFO (First In First Out) order </a:t>
            </a:r>
          </a:p>
          <a:p>
            <a:r>
              <a:rPr lang="en-US" sz="3000" dirty="0"/>
              <a:t>•Indicates if there are no reservations in the queue </a:t>
            </a:r>
          </a:p>
          <a:p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464565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EC6BD-3BAD-EB1F-C798-387441742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421990-FC9A-29C2-267A-4EB27550C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32055"/>
            <a:ext cx="1534160" cy="621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F25316-90D8-59D0-53B6-77E206787774}"/>
              </a:ext>
            </a:extLst>
          </p:cNvPr>
          <p:cNvSpPr txBox="1"/>
          <p:nvPr/>
        </p:nvSpPr>
        <p:spPr>
          <a:xfrm>
            <a:off x="1534160" y="2923014"/>
            <a:ext cx="151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37A90-36E9-6A4B-4804-38F86D2C1DBB}"/>
              </a:ext>
            </a:extLst>
          </p:cNvPr>
          <p:cNvSpPr txBox="1"/>
          <p:nvPr/>
        </p:nvSpPr>
        <p:spPr>
          <a:xfrm>
            <a:off x="6634480" y="3036282"/>
            <a:ext cx="144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04C023A-EE95-8076-94EC-DA3921336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29" y="1405066"/>
            <a:ext cx="7548291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500" dirty="0"/>
              <a:t>•Sorts all books alphabetically based on title </a:t>
            </a:r>
          </a:p>
          <a:p>
            <a:r>
              <a:rPr lang="en-US" sz="2500" dirty="0"/>
              <a:t>•Uses sorting logic (Bubble Sort) for arrangement </a:t>
            </a:r>
          </a:p>
          <a:p>
            <a:r>
              <a:rPr lang="en-US" sz="2500" dirty="0"/>
              <a:t>•Improves organization and easy searching of books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6D7180-D34F-1C3E-876F-63C956E4F4E2}"/>
              </a:ext>
            </a:extLst>
          </p:cNvPr>
          <p:cNvSpPr txBox="1"/>
          <p:nvPr/>
        </p:nvSpPr>
        <p:spPr>
          <a:xfrm>
            <a:off x="2900680" y="445494"/>
            <a:ext cx="4455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u="sng" dirty="0"/>
              <a:t>Sort  Books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B90B5C-7489-1ED3-C9B8-437AE374A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2" y="3376838"/>
            <a:ext cx="5052498" cy="2354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71D856-BC4F-CAF4-00D4-535C8BE42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8108" y="3376838"/>
            <a:ext cx="3726503" cy="110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275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051F38-D06B-A010-8ABE-2F357F1F9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32055"/>
            <a:ext cx="1534160" cy="6213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C122AF-0528-7545-E1C6-A2DD346FF6C3}"/>
              </a:ext>
            </a:extLst>
          </p:cNvPr>
          <p:cNvSpPr txBox="1"/>
          <p:nvPr/>
        </p:nvSpPr>
        <p:spPr>
          <a:xfrm>
            <a:off x="1021295" y="1412240"/>
            <a:ext cx="75119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“This project demonstrates how basic data structures and programming concepts can be used to build a real-world application like a Library Management System.”</a:t>
            </a:r>
          </a:p>
          <a:p>
            <a:endParaRPr lang="en-IN" sz="3000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853BD3-FB0F-3AF3-B9F2-06BFC8AADCF5}"/>
              </a:ext>
            </a:extLst>
          </p:cNvPr>
          <p:cNvSpPr txBox="1"/>
          <p:nvPr/>
        </p:nvSpPr>
        <p:spPr>
          <a:xfrm>
            <a:off x="1869440" y="3733800"/>
            <a:ext cx="55676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0" u="sng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72783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444</Words>
  <Application>Microsoft Office PowerPoint</Application>
  <PresentationFormat>On-screen Show (4:3)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Arial Unicode MS</vt:lpstr>
      <vt:lpstr>Calibri</vt:lpstr>
      <vt:lpstr>Office Theme</vt:lpstr>
      <vt:lpstr>Library Management System</vt:lpstr>
      <vt:lpstr>Project Explanation</vt:lpstr>
      <vt:lpstr>PowerPoint Presentation</vt:lpstr>
      <vt:lpstr>PowerPoint Presentation</vt:lpstr>
      <vt:lpstr>Add Book</vt:lpstr>
      <vt:lpstr>Issue Book</vt:lpstr>
      <vt:lpstr>Return Book</vt:lpstr>
      <vt:lpstr>Search Book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burra hemanth</cp:lastModifiedBy>
  <cp:revision>3</cp:revision>
  <dcterms:created xsi:type="dcterms:W3CDTF">2013-01-27T09:14:16Z</dcterms:created>
  <dcterms:modified xsi:type="dcterms:W3CDTF">2026-03-28T03:40:16Z</dcterms:modified>
  <cp:category/>
</cp:coreProperties>
</file>